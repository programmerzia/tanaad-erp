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TANAAD ERP (v3.0)</a:t>
            </a:r>
          </a:p>
          <a:p>
            <a:pPr>
              <a:spcAft>
                <a:spcPts val="1600"/>
              </a:spcAft>
              <a:defRPr sz="2400">
                <a:solidFill>
                  <a:srgbClr val="0EA5E9"/>
                </a:solidFill>
              </a:defRPr>
            </a:pPr>
            <a:r>
              <a:t>Simplified Factory Operations &amp; Real-Time Reporting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Built for Kampala Operations: Woven Mats • Tanaad Packages Ltd • HDPE Recycling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DEMO &amp; SYSTEM WALKTHROUGH | SINGLE-TAP FACTORY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TANAAD MANAGEMENT SYSTEM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Reality On The Factory Floor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1. Non-Technical Staff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Supervisors &amp; cashiers are not software specialists.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They use shared rugged tablets on dusty floor.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Complex ERPs with 50+ menus lead to user confusion &amp; rejection.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training barrier is mandatory.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2. Paper Ledger Delays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Production &amp; scrap counts kept in exercise books.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Casual daily wages totaled manually with calculators.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End-of-day losses discovered days or weeks later.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Material leakage at dispatch gate unnoticed.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3. The v3 Mandate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Strip away all unnecessary clutter.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Cut down to 5 essential destinations.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Instant live reports accessible in 1 tap.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CEO oversight from anywhere in Kampala or abroad.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TANAAD MANAGEMENT SYSTEM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Unified Operations Across 3 Industrial Sites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Site A: Woven Plastic Mats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15 Extrusion Looms running 24/7.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Roll production, pattern shifts &amp; scrap tracking.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Target vs actual output in linear meters.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Live downtime monitoring (power, yarn break).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Site B: Tanaad Packages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Woven polypropylene sacks &amp; packaging bags.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Bale counts &amp; conversion efficiency.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Export dispatches to Rwanda &amp; South Sudan.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Strict bundle-to-weight dispatch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Site C: HDPE Recycling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Incoming scrap plastics intake &amp; washing.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Extruder pelletization &amp; reprocessing.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Internal resin supply back to Sites A &amp; B.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Direct scrap-to-pellet yield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TANAAD MANAGEMENT SYSTEM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5 Core Modules: Everything in 1 Tap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1. Today's Actions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Shift checklist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Loom readings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Attendance check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Closing petty cash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Green ready badge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0116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2. Production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Live 15-Loom grid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Output vs Target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Scrap % (1.8%)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Resin in vs Goods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Downtime reasons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0116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3. Attendance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Headcount summary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31 In / 2 Absent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Casual wage rates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UGX 288,000 payroll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No ghost workers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20116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4. Cash &amp; Expenses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Drawer balance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UGX 22.99M live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Spares &amp; food logs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Money In / Out split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Prevents drawer theft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828800"/>
            <a:ext cx="2011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0116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5. Dispatch &amp; Gate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Lorry loads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Scale vs invoice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-0.2% variance check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Hold on mismatch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gate leakage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TANAAD MANAGEMENT SYSTEM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Oversight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CEO Multi-Site Cockpit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Consolidated group health across all 3 sites simultaneously.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Today's Aggregate Revenue: UGX 260.6M across operations.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One-click Morning Brief with anomaly detection.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Mobile-first design: Owner can view from phone anywhere.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Full audit trails with zero tampering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Live Walkthrough Agenda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Step 1: Shift Supervisor Flow (Today's Actions checklist)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Step 2: Floor Production &amp; Scrap Control (15 Looms)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Step 3: Automated Daily Wages (Zero Ghost Workers)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Step 4: Strict Cash-In-Hand &amp; Petty Cash Ledger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Step 5: Gate Security &amp; Weighbridge Dispatch Clearance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Step 6: CEO Group View &amp; Anomaly Approvals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